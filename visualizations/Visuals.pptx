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0287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7572" y="604874"/>
            <a:ext cx="4875928" cy="3718539"/>
          </a:xfrm>
          <a:custGeom>
            <a:avLst/>
            <a:gdLst/>
            <a:ahLst/>
            <a:cxnLst/>
            <a:rect r="r" b="b" t="t" l="l"/>
            <a:pathLst>
              <a:path h="3718539" w="4875928">
                <a:moveTo>
                  <a:pt x="0" y="0"/>
                </a:moveTo>
                <a:lnTo>
                  <a:pt x="4875928" y="0"/>
                </a:lnTo>
                <a:lnTo>
                  <a:pt x="4875928" y="3718539"/>
                </a:lnTo>
                <a:lnTo>
                  <a:pt x="0" y="371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33434" y="498457"/>
            <a:ext cx="4621008" cy="3537390"/>
          </a:xfrm>
          <a:custGeom>
            <a:avLst/>
            <a:gdLst/>
            <a:ahLst/>
            <a:cxnLst/>
            <a:rect r="r" b="b" t="t" l="l"/>
            <a:pathLst>
              <a:path h="3537390" w="4621008">
                <a:moveTo>
                  <a:pt x="0" y="0"/>
                </a:moveTo>
                <a:lnTo>
                  <a:pt x="4621008" y="0"/>
                </a:lnTo>
                <a:lnTo>
                  <a:pt x="4621008" y="3537390"/>
                </a:lnTo>
                <a:lnTo>
                  <a:pt x="0" y="35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26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645" y="4907547"/>
            <a:ext cx="6269070" cy="4714183"/>
          </a:xfrm>
          <a:custGeom>
            <a:avLst/>
            <a:gdLst/>
            <a:ahLst/>
            <a:cxnLst/>
            <a:rect r="r" b="b" t="t" l="l"/>
            <a:pathLst>
              <a:path h="4714183" w="6269070">
                <a:moveTo>
                  <a:pt x="0" y="0"/>
                </a:moveTo>
                <a:lnTo>
                  <a:pt x="6269070" y="0"/>
                </a:lnTo>
                <a:lnTo>
                  <a:pt x="6269070" y="4714184"/>
                </a:lnTo>
                <a:lnTo>
                  <a:pt x="0" y="4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8" r="0" b="-358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184" y="176113"/>
            <a:ext cx="4633211" cy="3742314"/>
          </a:xfrm>
          <a:custGeom>
            <a:avLst/>
            <a:gdLst/>
            <a:ahLst/>
            <a:cxnLst/>
            <a:rect r="r" b="b" t="t" l="l"/>
            <a:pathLst>
              <a:path h="3742314" w="4633211">
                <a:moveTo>
                  <a:pt x="0" y="0"/>
                </a:moveTo>
                <a:lnTo>
                  <a:pt x="4633211" y="0"/>
                </a:lnTo>
                <a:lnTo>
                  <a:pt x="4633211" y="3742314"/>
                </a:lnTo>
                <a:lnTo>
                  <a:pt x="0" y="3742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73259" y="415550"/>
            <a:ext cx="4913741" cy="4947301"/>
          </a:xfrm>
          <a:custGeom>
            <a:avLst/>
            <a:gdLst/>
            <a:ahLst/>
            <a:cxnLst/>
            <a:rect r="r" b="b" t="t" l="l"/>
            <a:pathLst>
              <a:path h="4947301" w="4913741">
                <a:moveTo>
                  <a:pt x="0" y="0"/>
                </a:moveTo>
                <a:lnTo>
                  <a:pt x="4913741" y="0"/>
                </a:lnTo>
                <a:lnTo>
                  <a:pt x="4913741" y="4947301"/>
                </a:lnTo>
                <a:lnTo>
                  <a:pt x="0" y="4947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839" y="5471432"/>
            <a:ext cx="6071650" cy="4815568"/>
          </a:xfrm>
          <a:custGeom>
            <a:avLst/>
            <a:gdLst/>
            <a:ahLst/>
            <a:cxnLst/>
            <a:rect r="r" b="b" t="t" l="l"/>
            <a:pathLst>
              <a:path h="4815568" w="6071650">
                <a:moveTo>
                  <a:pt x="0" y="0"/>
                </a:moveTo>
                <a:lnTo>
                  <a:pt x="6071650" y="0"/>
                </a:lnTo>
                <a:lnTo>
                  <a:pt x="6071650" y="4815568"/>
                </a:lnTo>
                <a:lnTo>
                  <a:pt x="0" y="4815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2812" y="374113"/>
            <a:ext cx="5821375" cy="4655048"/>
          </a:xfrm>
          <a:custGeom>
            <a:avLst/>
            <a:gdLst/>
            <a:ahLst/>
            <a:cxnLst/>
            <a:rect r="r" b="b" t="t" l="l"/>
            <a:pathLst>
              <a:path h="4655048" w="5821375">
                <a:moveTo>
                  <a:pt x="0" y="0"/>
                </a:moveTo>
                <a:lnTo>
                  <a:pt x="5821376" y="0"/>
                </a:lnTo>
                <a:lnTo>
                  <a:pt x="5821376" y="4655048"/>
                </a:lnTo>
                <a:lnTo>
                  <a:pt x="0" y="465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12156" y="5226628"/>
            <a:ext cx="5807694" cy="4702262"/>
          </a:xfrm>
          <a:custGeom>
            <a:avLst/>
            <a:gdLst/>
            <a:ahLst/>
            <a:cxnLst/>
            <a:rect r="r" b="b" t="t" l="l"/>
            <a:pathLst>
              <a:path h="4702262" w="5807694">
                <a:moveTo>
                  <a:pt x="0" y="0"/>
                </a:moveTo>
                <a:lnTo>
                  <a:pt x="5807694" y="0"/>
                </a:lnTo>
                <a:lnTo>
                  <a:pt x="5807694" y="4702262"/>
                </a:lnTo>
                <a:lnTo>
                  <a:pt x="0" y="4702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52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DAHVMiXfcfg</dc:identifier>
  <dcterms:modified xsi:type="dcterms:W3CDTF">2011-08-01T06:04:30Z</dcterms:modified>
  <cp:revision>1</cp:revision>
</cp:coreProperties>
</file>